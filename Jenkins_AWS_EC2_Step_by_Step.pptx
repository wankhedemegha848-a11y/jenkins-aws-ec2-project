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640080"/>
            <a:ext cx="2011680" cy="2011680"/>
          </a:xfrm>
          <a:prstGeom prst="ellipse">
            <a:avLst/>
          </a:prstGeom>
          <a:solidFill>
            <a:srgbClr val="24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920240"/>
            <a:ext cx="1188720" cy="1188720"/>
          </a:xfrm>
          <a:prstGeom prst="ellipse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4297680"/>
            <a:ext cx="2286000" cy="2286000"/>
          </a:xfrm>
          <a:prstGeom prst="ellipse">
            <a:avLst/>
          </a:prstGeom>
          <a:solidFill>
            <a:srgbClr val="1F3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BECC"/>
                </a:solidFill>
                <a:latin typeface="Aptos"/>
              </a:defRPr>
            </a:pPr>
            <a:r>
              <a:t>JENKINS ON AWS EC2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8046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Freestyle Project</a:t>
            </a:r>
            <a:br/>
            <a:r>
              <a:t>Build &amp;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8E5F6"/>
                </a:solidFill>
                <a:latin typeface="Aptos"/>
              </a:defRPr>
            </a:pPr>
            <a:r>
              <a:t>A screenshot-based walkthrough: plugin setup, job troubleshooting, and successful builds.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ECFE6"/>
                </a:solidFill>
                <a:latin typeface="Aptos"/>
              </a:defRPr>
            </a:pPr>
            <a:r>
              <a:t>Prepared from the supplied Jenkins screenshots • 12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D697C"/>
                </a:solidFill>
                <a:latin typeface="Aptos"/>
              </a:defRPr>
            </a:pPr>
            <a:r>
              <a:t>Jenkins Freestyle Job • Step-by-step project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468B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BECC"/>
                </a:solidFill>
                <a:latin typeface="Aptos"/>
              </a:defRPr>
            </a:pPr>
            <a:r>
              <a:t>JENKINS • AWS EC2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005840" cy="54864"/>
          </a:xfrm>
          <a:prstGeom prst="rect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040"/>
                </a:solidFill>
                <a:latin typeface="Aptos"/>
              </a:defRPr>
            </a:pPr>
            <a:r>
              <a:t>Project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385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468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019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40"/>
                </a:solidFill>
                <a:latin typeface="Aptos"/>
              </a:defRPr>
            </a:pPr>
            <a:r>
              <a:t>Check the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3172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97C"/>
                </a:solidFill>
                <a:latin typeface="Aptos"/>
              </a:defRPr>
            </a:pPr>
            <a:r>
              <a:t>Identify executor or agent availability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385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468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019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40"/>
                </a:solidFill>
                <a:latin typeface="Aptos"/>
              </a:defRPr>
            </a:pPr>
            <a:r>
              <a:t>Finish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33172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97C"/>
                </a:solidFill>
                <a:latin typeface="Aptos"/>
              </a:defRPr>
            </a:pPr>
            <a:r>
              <a:t>Wait for Jenkins plugin installation to complete.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8587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468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2219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40"/>
                </a:solidFill>
                <a:latin typeface="Aptos"/>
              </a:defRPr>
            </a:pPr>
            <a:r>
              <a:t>Review the 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5196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97C"/>
                </a:solidFill>
                <a:latin typeface="Aptos"/>
              </a:defRPr>
            </a:pPr>
            <a:r>
              <a:t>Open demo-freestyle and verify build steps.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8587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468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82219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40"/>
                </a:solidFill>
                <a:latin typeface="Aptos"/>
              </a:defRPr>
            </a:pPr>
            <a:r>
              <a:t>Run &amp;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25196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97C"/>
                </a:solidFill>
                <a:latin typeface="Aptos"/>
              </a:defRPr>
            </a:pPr>
            <a:r>
              <a:t>Use Build Now and confirm a green successful result.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D697C"/>
                </a:solidFill>
                <a:latin typeface="Aptos"/>
              </a:defRPr>
            </a:pPr>
            <a:r>
              <a:t>Jenkins Freestyle Job • Step-by-step project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468B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BECC"/>
                </a:solidFill>
                <a:latin typeface="Aptos"/>
              </a:defRPr>
            </a:pPr>
            <a:r>
              <a:t>JENKINS • AWS EC2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005840" cy="54864"/>
          </a:xfrm>
          <a:prstGeom prst="rect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040"/>
                </a:solidFill>
                <a:latin typeface="Aptos"/>
              </a:defRPr>
            </a:pPr>
            <a:r>
              <a:t>1. Initial Jenkins Build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97C"/>
                </a:solidFill>
                <a:latin typeface="Aptos"/>
              </a:defRPr>
            </a:pPr>
            <a:r>
              <a:t>The demo-freestyle job was waiting for an available executor. This identified the first issue to troubleshoot.</a:t>
            </a:r>
          </a:p>
        </p:txBody>
      </p:sp>
      <p:pic>
        <p:nvPicPr>
          <p:cNvPr id="7" name="Picture 6" descr="Screenshot 2026-10-12 132330(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1880" y="1874519"/>
            <a:ext cx="8347934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D697C"/>
                </a:solidFill>
                <a:latin typeface="Aptos"/>
              </a:defRPr>
            </a:pPr>
            <a:r>
              <a:t>Jenkins Freestyle Job • Step-by-step project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468B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BECC"/>
                </a:solidFill>
                <a:latin typeface="Aptos"/>
              </a:defRPr>
            </a:pPr>
            <a:r>
              <a:t>JENKINS • AWS EC2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005840" cy="54864"/>
          </a:xfrm>
          <a:prstGeom prst="rect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040"/>
                </a:solidFill>
                <a:latin typeface="Aptos"/>
              </a:defRPr>
            </a:pPr>
            <a:r>
              <a:t>3. Jenkins Project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97C"/>
                </a:solidFill>
                <a:latin typeface="Aptos"/>
              </a:defRPr>
            </a:pPr>
            <a:r>
              <a:t>Return to the demo-freestyle project. Use Configure to review the build steps, then save any corrections before starting a build.</a:t>
            </a:r>
          </a:p>
        </p:txBody>
      </p:sp>
      <p:pic>
        <p:nvPicPr>
          <p:cNvPr id="7" name="Picture 6" descr="Screenshot 2026-10-12 140558(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1880" y="1874519"/>
            <a:ext cx="8347934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D697C"/>
                </a:solidFill>
                <a:latin typeface="Aptos"/>
              </a:defRPr>
            </a:pPr>
            <a:r>
              <a:t>Jenkins Freestyle Job • Step-by-step project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468B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BECC"/>
                </a:solidFill>
                <a:latin typeface="Aptos"/>
              </a:defRPr>
            </a:pPr>
            <a:r>
              <a:t>JENKINS • AWS EC2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005840" cy="54864"/>
          </a:xfrm>
          <a:prstGeom prst="rect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040"/>
                </a:solidFill>
                <a:latin typeface="Aptos"/>
              </a:defRPr>
            </a:pPr>
            <a:r>
              <a:t>4. Successful Build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97C"/>
                </a:solidFill>
                <a:latin typeface="Aptos"/>
              </a:defRPr>
            </a:pPr>
            <a:r>
              <a:t>The green check marks and successful-build links confirm that builds completed successfully. Build #3 is the latest shown in this screenshot.</a:t>
            </a:r>
          </a:p>
        </p:txBody>
      </p:sp>
      <p:pic>
        <p:nvPicPr>
          <p:cNvPr id="7" name="Picture 6" descr="Screenshot 2026-10-12 14303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1880" y="1874519"/>
            <a:ext cx="8347934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D697C"/>
                </a:solidFill>
                <a:latin typeface="Aptos"/>
              </a:defRPr>
            </a:pPr>
            <a:r>
              <a:t>Jenkins Freestyle Job • Step-by-step project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468BE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10" name="Picture 9" descr="Screenshot 2026-10-12 1614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1365" cy="6476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BECC"/>
                </a:solidFill>
                <a:latin typeface="Aptos"/>
              </a:defRPr>
            </a:pPr>
            <a:r>
              <a:t>JENKINS • RUNBOOK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005840" cy="54864"/>
          </a:xfrm>
          <a:prstGeom prst="rect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Run the next build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728216"/>
            <a:ext cx="201168" cy="201168"/>
          </a:xfrm>
          <a:prstGeom prst="ellipse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9164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3FD"/>
                </a:solidFill>
                <a:latin typeface="Aptos"/>
              </a:defRPr>
            </a:pPr>
            <a:r>
              <a:t>1. Open the demo-freestyle job.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340864"/>
            <a:ext cx="201168" cy="201168"/>
          </a:xfrm>
          <a:prstGeom prst="ellipse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0428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3FD"/>
                </a:solidFill>
                <a:latin typeface="Aptos"/>
              </a:defRPr>
            </a:pPr>
            <a:r>
              <a:t>2. Select Configure and review the Execute shell step.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953512"/>
            <a:ext cx="201168" cy="201168"/>
          </a:xfrm>
          <a:prstGeom prst="ellipse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91693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3FD"/>
                </a:solidFill>
                <a:latin typeface="Aptos"/>
              </a:defRPr>
            </a:pPr>
            <a:r>
              <a:t>3. Save the job configuration.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3566160"/>
            <a:ext cx="201168" cy="201168"/>
          </a:xfrm>
          <a:prstGeom prst="ellipse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529584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3FD"/>
                </a:solidFill>
                <a:latin typeface="Aptos"/>
              </a:defRPr>
            </a:pPr>
            <a:r>
              <a:t>4. Click Build Now.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4178808"/>
            <a:ext cx="201168" cy="201168"/>
          </a:xfrm>
          <a:prstGeom prst="ellipse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1422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3FD"/>
                </a:solidFill>
                <a:latin typeface="Aptos"/>
              </a:defRPr>
            </a:pPr>
            <a:r>
              <a:t>5. Open the latest build number → Console Output.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4791456"/>
            <a:ext cx="201168" cy="201168"/>
          </a:xfrm>
          <a:prstGeom prst="ellipse">
            <a:avLst/>
          </a:prstGeom>
          <a:solidFill>
            <a:srgbClr val="33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75488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BF3FD"/>
                </a:solidFill>
                <a:latin typeface="Aptos"/>
              </a:defRPr>
            </a:pPr>
            <a:r>
              <a:t>6. Confirm the log ends with: Finished: SUCCESS.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ECFE6"/>
                </a:solidFill>
                <a:latin typeface="Aptos"/>
              </a:defRPr>
            </a:pPr>
            <a:r>
              <a:t>Troubleshooting: if a build stays pending, check Manage Jenkins → Nodes and verify the built-in node is online with an available executor.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D697C"/>
                </a:solidFill>
                <a:latin typeface="Aptos"/>
              </a:defRPr>
            </a:pPr>
            <a:r>
              <a:t>Jenkins Freestyle Job • Step-by-step project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468B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1769</Words>
  <Application>WPS Presentation</Application>
  <PresentationFormat>On-screen Show (4:3)</PresentationFormat>
  <Paragraphs>96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Megha Wankhede</cp:lastModifiedBy>
  <cp:revision>2</cp:revision>
  <dcterms:created xsi:type="dcterms:W3CDTF">2013-01-27T09:14:00Z</dcterms:created>
  <dcterms:modified xsi:type="dcterms:W3CDTF">2026-10-12T11:02:02Z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91FA0381C52E4DC5934A04AEC9EC969D_12</vt:lpwstr>
  </property>
</Properties>
</file>